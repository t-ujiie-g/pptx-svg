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 id="355" r:id="rId10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
        <p:nvSpPr>
          <p:cNvPr id="5" name="TextBox 4"/>
          <p:cNvSpPr txBox="1"/>
          <p:nvPr/>
        </p:nvSpPr>
        <p:spPr>
          <a:xfrm>
            <a:off x="457200" y="5486400"/>
            <a:ext cx="7315200" cy="914400"/>
          </a:xfrm>
          <a:prstGeom prst="rect">
            <a:avLst/>
          </a:prstGeom>
          <a:noFill/>
        </p:spPr>
        <p:txBody>
          <a:bodyPr wrap="none">
            <a:spAutoFit/>
          </a:bodyPr>
          <a:lstStyle/>
          <a:p>
            <a:r>
              <a:rPr sz="4800" b="1">
                <a:pattFill prst="ltDnDiag">
                  <a:fgClr>
                    <a:srgbClr val="1F4E79"/>
                  </a:fgClr>
                  <a:bgClr>
                    <a:srgbClr val="FFFFFF"/>
                  </a:bgClr>
                </a:pattFill>
              </a:rPr>
              <a:t>Pattern Text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00" name="P_rect"/>
          <p:cNvSpPr/>
          <p:nvPr/>
        </p:nvSpPr>
        <p:spPr>
          <a:xfrm>
            <a:off x="228600" y="228600"/>
            <a:ext cx="1188720" cy="868680"/>
          </a:xfrm>
          <a:prstGeom prst="rect">
            <a:avLst/>
          </a:prstGeom>
          <a:solidFill>
            <a:srgbClr val="5B9BD5"/>
          </a:solidFill>
        </p:spPr>
      </p:sp>
      <p:sp>
        <p:nvSpPr>
          <p:cNvPr id="10001" name="P_donut"/>
          <p:cNvSpPr/>
          <p:nvPr/>
        </p:nvSpPr>
        <p:spPr>
          <a:xfrm>
            <a:off x="1676400" y="228600"/>
            <a:ext cx="1188720" cy="868680"/>
          </a:xfrm>
          <a:prstGeom prst="donut">
            <a:avLst/>
          </a:prstGeom>
          <a:solidFill>
            <a:srgbClr val="5B9BD5"/>
          </a:solidFill>
        </p:spPr>
      </p:sp>
      <p:sp>
        <p:nvSpPr>
          <p:cNvPr id="10002" name="P_cloudCallout"/>
          <p:cNvSpPr/>
          <p:nvPr/>
        </p:nvSpPr>
        <p:spPr>
          <a:xfrm>
            <a:off x="3124200" y="228600"/>
            <a:ext cx="1188720" cy="868680"/>
          </a:xfrm>
          <a:prstGeom prst="cloudCallout">
            <a:avLst/>
          </a:prstGeom>
          <a:solidFill>
            <a:srgbClr val="5B9BD5"/>
          </a:solidFill>
        </p:spPr>
      </p:sp>
      <p:sp>
        <p:nvSpPr>
          <p:cNvPr id="10003" name="P_star12"/>
          <p:cNvSpPr/>
          <p:nvPr/>
        </p:nvSpPr>
        <p:spPr>
          <a:xfrm>
            <a:off x="4572000" y="228600"/>
            <a:ext cx="1188720" cy="868680"/>
          </a:xfrm>
          <a:prstGeom prst="star12">
            <a:avLst/>
          </a:prstGeom>
          <a:solidFill>
            <a:srgbClr val="5B9BD5"/>
          </a:solidFill>
        </p:spPr>
      </p:sp>
      <p:sp>
        <p:nvSpPr>
          <p:cNvPr id="10004" name="P_circularArrow"/>
          <p:cNvSpPr/>
          <p:nvPr/>
        </p:nvSpPr>
        <p:spPr>
          <a:xfrm>
            <a:off x="6019800" y="228600"/>
            <a:ext cx="1188720" cy="868680"/>
          </a:xfrm>
          <a:prstGeom prst="circularArrow">
            <a:avLst/>
          </a:prstGeom>
          <a:solidFill>
            <a:srgbClr val="5B9BD5"/>
          </a:solidFill>
        </p:spPr>
      </p:sp>
      <p:sp>
        <p:nvSpPr>
          <p:cNvPr id="10005" name="P_uturnArrow"/>
          <p:cNvSpPr/>
          <p:nvPr/>
        </p:nvSpPr>
        <p:spPr>
          <a:xfrm>
            <a:off x="7467600" y="228600"/>
            <a:ext cx="1188720" cy="868680"/>
          </a:xfrm>
          <a:prstGeom prst="uturnArrow">
            <a:avLst/>
          </a:prstGeom>
          <a:solidFill>
            <a:srgbClr val="5B9BD5"/>
          </a:solidFill>
        </p:spPr>
      </p:sp>
      <p:sp>
        <p:nvSpPr>
          <p:cNvPr id="10006" name="P_quadArrow"/>
          <p:cNvSpPr/>
          <p:nvPr/>
        </p:nvSpPr>
        <p:spPr>
          <a:xfrm>
            <a:off x="228600" y="1828800"/>
            <a:ext cx="1188720" cy="868680"/>
          </a:xfrm>
          <a:prstGeom prst="quadArrow">
            <a:avLst/>
          </a:prstGeom>
          <a:solidFill>
            <a:srgbClr val="5B9BD5"/>
          </a:solidFill>
        </p:spPr>
      </p:sp>
      <p:sp>
        <p:nvSpPr>
          <p:cNvPr id="10007" name="P_lightningBolt"/>
          <p:cNvSpPr/>
          <p:nvPr/>
        </p:nvSpPr>
        <p:spPr>
          <a:xfrm>
            <a:off x="1676400" y="1828800"/>
            <a:ext cx="1188720" cy="868680"/>
          </a:xfrm>
          <a:prstGeom prst="lightningBolt">
            <a:avLst/>
          </a:prstGeom>
          <a:solidFill>
            <a:srgbClr val="5B9BD5"/>
          </a:solidFill>
        </p:spPr>
      </p:sp>
      <p:sp>
        <p:nvSpPr>
          <p:cNvPr id="10008" name="P_sun"/>
          <p:cNvSpPr/>
          <p:nvPr/>
        </p:nvSpPr>
        <p:spPr>
          <a:xfrm>
            <a:off x="3124200" y="1828800"/>
            <a:ext cx="1188720" cy="868680"/>
          </a:xfrm>
          <a:prstGeom prst="sun">
            <a:avLst/>
          </a:prstGeom>
          <a:solidFill>
            <a:srgbClr val="5B9BD5"/>
          </a:solidFill>
        </p:spPr>
      </p:sp>
      <p:sp>
        <p:nvSpPr>
          <p:cNvPr id="10009" name="P_moon"/>
          <p:cNvSpPr/>
          <p:nvPr/>
        </p:nvSpPr>
        <p:spPr>
          <a:xfrm>
            <a:off x="4572000" y="1828800"/>
            <a:ext cx="1188720" cy="868680"/>
          </a:xfrm>
          <a:prstGeom prst="moon">
            <a:avLst/>
          </a:prstGeom>
          <a:solidFill>
            <a:srgbClr val="5B9BD5"/>
          </a:solidFill>
        </p:spPr>
      </p:sp>
      <p:sp>
        <p:nvSpPr>
          <p:cNvPr id="10010" name="P_cube"/>
          <p:cNvSpPr/>
          <p:nvPr/>
        </p:nvSpPr>
        <p:spPr>
          <a:xfrm>
            <a:off x="6019800" y="1828800"/>
            <a:ext cx="1188720" cy="868680"/>
          </a:xfrm>
          <a:prstGeom prst="cube">
            <a:avLst/>
          </a:prstGeom>
          <a:solidFill>
            <a:srgbClr val="5B9BD5"/>
          </a:solidFill>
        </p:spPr>
      </p:sp>
      <p:sp>
        <p:nvSpPr>
          <p:cNvPr id="10011" name="P_flowChartDocument"/>
          <p:cNvSpPr/>
          <p:nvPr/>
        </p:nvSpPr>
        <p:spPr>
          <a:xfrm>
            <a:off x="7467600" y="1828800"/>
            <a:ext cx="1188720" cy="868680"/>
          </a:xfrm>
          <a:prstGeom prst="flowChartDocument">
            <a:avLst/>
          </a:prstGeom>
          <a:solidFill>
            <a:srgbClr val="5B9BD5"/>
          </a:solidFill>
        </p:spPr>
      </p:sp>
      <p:sp>
        <p:nvSpPr>
          <p:cNvPr id="10100" name="W_below"/>
          <p:cNvSpPr/>
          <p:nvPr/>
        </p:nvSpPr>
        <p:spPr>
          <a:xfrm>
            <a:off x="457200" y="4114800"/>
            <a:ext cx="1371600" cy="914400"/>
          </a:xfrm>
          <a:prstGeom prst="wedgeRectCallout">
            <a:avLst>
              <a:gd name="adj1" fmla="val 30000"/>
              <a:gd name="adj2" fmla="val 80000"/>
            </a:avLst>
          </a:prstGeom>
          <a:solidFill>
            <a:srgbClr val="5B9BD5"/>
          </a:solidFill>
        </p:spPr>
      </p:sp>
      <p:sp>
        <p:nvSpPr>
          <p:cNvPr id="10101" name="W_above"/>
          <p:cNvSpPr/>
          <p:nvPr/>
        </p:nvSpPr>
        <p:spPr>
          <a:xfrm>
            <a:off x="2590800" y="4114800"/>
            <a:ext cx="1371600" cy="914400"/>
          </a:xfrm>
          <a:prstGeom prst="wedgeRectCallout">
            <a:avLst>
              <a:gd name="adj1" fmla="val 30000"/>
              <a:gd name="adj2" fmla="val -80000"/>
            </a:avLst>
          </a:prstGeom>
          <a:solidFill>
            <a:srgbClr val="5B9BD5"/>
          </a:solidFill>
        </p:spPr>
      </p:sp>
      <p:sp>
        <p:nvSpPr>
          <p:cNvPr id="10102" name="W_left"/>
          <p:cNvSpPr/>
          <p:nvPr/>
        </p:nvSpPr>
        <p:spPr>
          <a:xfrm>
            <a:off x="4724400" y="4114800"/>
            <a:ext cx="1371600" cy="914400"/>
          </a:xfrm>
          <a:prstGeom prst="wedgeRectCallout">
            <a:avLst>
              <a:gd name="adj1" fmla="val -80000"/>
              <a:gd name="adj2" fmla="val 0"/>
            </a:avLst>
          </a:prstGeom>
          <a:solidFill>
            <a:srgbClr val="5B9BD5"/>
          </a:solidFill>
        </p:spPr>
      </p:sp>
      <p:sp>
        <p:nvSpPr>
          <p:cNvPr id="10103" name="W_right"/>
          <p:cNvSpPr/>
          <p:nvPr/>
        </p:nvSpPr>
        <p:spPr>
          <a:xfrm>
            <a:off x="6858000" y="4114800"/>
            <a:ext cx="1371600" cy="914400"/>
          </a:xfrm>
          <a:prstGeom prst="wedgeRectCallout">
            <a:avLst>
              <a:gd name="adj1" fmla="val 80000"/>
              <a:gd name="adj2" fmla="val 10000"/>
            </a:avLst>
          </a:prstGeom>
          <a:solidFill>
            <a:srgbClr val="5B9BD5"/>
          </a:solid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