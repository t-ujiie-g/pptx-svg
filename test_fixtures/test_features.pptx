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701" name="Footer Placeholder"/>
          <p:cNvSpPr/>
          <p:nvPr>
            <p:ph type="ftr" idx="11"/>
          </p:nvPr>
        </p:nvSpPr>
        <p:spPr>
          <a:xfrm>
            <a:off x="3124200" y="6356350"/>
            <a:ext cx="2438400" cy="365125"/>
          </a:xfrm>
        </p:spPr>
        <p:txBody>
          <a:bodyPr/>
          <a:lstStyle/>
          <a:p>
            <a:r>
              <a:rPr/>
              <a:t>moon-pptx footer</a:t>
            </a:r>
          </a:p>
        </p:txBody>
      </p:sp>
      <p:sp>
        <p:nvSpPr>
          <p:cNvPr id="9702" name="Date Placeholder"/>
          <p:cNvSpPr/>
          <p:nvPr>
            <p:ph type="dt" idx="10"/>
          </p:nvPr>
        </p:nvSpPr>
        <p:spPr>
          <a:xfrm>
            <a:off x="457200" y="6356350"/>
            <a:ext cx="2438400" cy="365125"/>
          </a:xfrm>
        </p:spPr>
        <p:txBody>
          <a:bodyPr/>
          <a:lstStyle/>
          <a:p>
            <a:fld id="{1F3B9E54-0000-4000-8000-000000000099}" type="datetime1">
              <a:rPr/>
            </a:fld>
          </a:p>
        </p:txBody>
      </p:sp>
      <p:sp>
        <p:nvSpPr>
          <p:cNvPr id="9703" name="Slide Number Placeholder"/>
          <p:cNvSpPr/>
          <p:nvPr>
            <p:ph type="sldNum" idx="12"/>
          </p:nvPr>
        </p:nvSpPr>
        <p:spPr>
          <a:xfrm>
            <a:off x="6553200" y="6356350"/>
            <a:ext cx="2438400" cy="365125"/>
          </a:xfrm>
        </p:spPr>
        <p:txBody>
          <a:bodyPr/>
          <a:lstStyle/>
          <a:p>
            <a:fld id="{1F3B9E54-0000-4000-8000-000000000099}" type="slidenum">
              <a:rPr/>
              <a:t>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