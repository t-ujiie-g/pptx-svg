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5.xml" ContentType="application/vnd.openxmlformats-officedocument.presentationml.comments+xml"/>
  <Override PartName="/ppt/embeddings/oleObject77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wmf" ContentType="image/x-wmf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4"/>
    <p:sldId id="332" r:id="rId85"/>
    <p:sldId id="333" r:id="rId86"/>
    <p:sldId id="334" r:id="rId87"/>
    <p:sldId id="335" r:id="rId88"/>
    <p:sldId id="336" r:id="rId89"/>
    <p:sldId id="337" r:id="rId90"/>
    <p:sldId id="338" r:id="rId91"/>
    <p:sldId id="339" r:id="rId92"/>
    <p:sldId id="340" r:id="rId93"/>
    <p:sldId id="341" r:id="rId9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notesMaster" Target="notesMasters/notesMaster1.xml"/><Relationship Id="rId83" Type="http://schemas.openxmlformats.org/officeDocument/2006/relationships/commentAuthors" Target="commentAuthors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Relationship Id="rId91" Type="http://schemas.openxmlformats.org/officeDocument/2006/relationships/slide" Target="slides/slide83.xml"/><Relationship Id="rId92" Type="http://schemas.openxmlformats.org/officeDocument/2006/relationships/slide" Target="slides/slide84.xml"/><Relationship Id="rId93" Type="http://schemas.openxmlformats.org/officeDocument/2006/relationships/slide" Target="slides/slide85.xml"/><Relationship Id="rId94" Type="http://schemas.openxmlformats.org/officeDocument/2006/relationships/slide" Target="slides/slide8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5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7.png"/><Relationship Id="rId3" Type="http://schemas.openxmlformats.org/officeDocument/2006/relationships/oleObject" Target="../embeddings/oleObject77.bin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8.png"/><Relationship Id="rId3" Type="http://schemas.openxmlformats.org/officeDocument/2006/relationships/video" Target="../media/video78.mp4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Wmf1" Type="http://schemas.openxmlformats.org/officeDocument/2006/relationships/image" Target="../media/image_wmf1.wmf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72b: Additional text warp presets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SlantUp">
              <a:avLst>
                <a:gd name="adj" fmla="val 55556"/>
              </a:avLst>
            </a:prstTxWarp>
            <a:spAutoFit/>
          </a:bodyPr>
          <a:lstStyle/>
          <a:p>
            <a:r>
              <a:rPr sz="3600" b="1"/>
              <a:t>Slant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urveUp">
              <a:avLst>
                <a:gd name="adj" fmla="val 45977"/>
              </a:avLst>
            </a:prstTxWarp>
            <a:spAutoFit/>
          </a:bodyPr>
          <a:lstStyle/>
          <a:p>
            <a:r>
              <a:rPr sz="3600" b="1">
                <a:solidFill>
                  <a:srgbClr val="0070C0"/>
                </a:solidFill>
              </a:rPr>
              <a:t>Curve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Inflate">
              <a:avLst/>
            </a:prstTxWarp>
            <a:spAutoFit/>
          </a:bodyPr>
          <a:lstStyle/>
          <a:p>
            <a:r>
              <a:rPr sz="3600" b="1">
                <a:solidFill>
                  <a:srgbClr val="C00000"/>
                </a:solidFill>
              </a:rPr>
              <a:t>Inflate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hevron">
              <a:avLst>
                <a:gd name="adj" fmla="val 25000"/>
              </a:avLst>
            </a:prstTxWarp>
            <a:spAutoFit/>
          </a:bodyPr>
          <a:lstStyle/>
          <a:p>
            <a:r>
              <a:rPr sz="3600" b="1">
                <a:solidFill>
                  <a:srgbClr val="00B050"/>
                </a:solidFill>
              </a:rPr>
              <a:t>Chevron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3657600" cy="2286000"/>
          </a:xfrm>
          <a:prstGeom prst="rect">
            <a:avLst/>
          </a:prstGeom>
          <a:noFill/>
        </p:spPr>
        <p:txBody>
          <a:bodyPr wrap="none">
            <a:prstTxWarp prst="textCircle">
              <a:avLst>
                <a:gd name="adj" fmla="val 10800000"/>
              </a:avLst>
            </a:prstTxWarp>
            <a:spAutoFit/>
          </a:bodyPr>
          <a:lstStyle/>
          <a:p>
            <a:r>
              <a:rPr sz="2800" b="1"/>
              <a:t>Circle Text Example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Slide 78: Math Equation (OMML)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x</m:t>
                </m:r>
                <m:r>
                  <m:t>=</m:t>
                </m:r>
                <m:f>
                  <m:num>
                    <m:r>
                      <m:t>-b±</m:t>
                    </m:r>
                    <m:rad>
                      <m:radPr>
                        <m:degHide m:val="1"/>
                      </m:radPr>
                      <m:deg/>
                      <m:e>
                        <m:sSup>
                          <m:e>
                            <m:r>
                              <m:t>b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-4ac</m:t>
                        </m:r>
                      </m:e>
                    </m:rad>
                  </m:num>
                  <m:den>
                    <m:r>
                      <m:t>2a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79: Transition + Timing (round-trip)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has a fade transition and timing data for round-trip.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80: Hidden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is marked as hidden (show='0').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0" name="WMF Picture"/>
          <p:cNvPicPr>
            <a:picLocks noChangeAspect="1"/>
          </p:cNvPicPr>
          <p:nvPr/>
        </p:nvPicPr>
        <p:blipFill>
          <a:blip r:embed="rWmf1"/>
          <a:stretch>
            <a:fillRect/>
          </a:stretch>
        </p:blipFill>
        <p:spPr>
          <a:xfrm>
            <a:off x="914400" y="22860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82: OMML — Large Operators + Delimiters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nary>
                  <m:naryPr>
                    <m:chr m:val="∫"/>
                    <m:limLoc m:val="subSup"/>
                  </m:naryPr>
                  <m:sub>
                    <m:r>
                      <m:t>0</m:t>
                    </m:r>
                  </m:sub>
                  <m:sup>
                    <m:r>
                      <m:t>∞</m:t>
                    </m:r>
                  </m:sup>
                  <m:e>
                    <m:sSup>
                      <m:e>
                        <m:r>
                          <m:t>e</m:t>
                        </m:r>
                      </m:e>
                      <m:sup>
                        <m:r>
                          <m:t>-x</m:t>
                        </m:r>
                      </m:sup>
                    </m:sSup>
                    <m:r>
                      <m:t>dx</m:t>
                    </m:r>
                  </m:e>
                </m:nary>
                <m:r>
                  <m:t>=</m:t>
                </m:r>
                <m:r>
                  <m:t>1</m:t>
                </m:r>
              </m:oMath>
            </m:oMathPara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83: OMML — Matrix + Delimiters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A=</m:t>
                </m:r>
                <m:d>
                  <m:dPr>
                    <m:begChr m:val="["/>
                    <m:endChr m:val="]"/>
                  </m:dPr>
                  <m:e>
                    <m:m>
                      <m:mr>
                        <m:e>
                          <m:r>
                            <m:t>a</m:t>
                          </m:r>
                        </m:e>
                        <m:e>
                          <m:r>
                            <m:t>b</m:t>
                          </m:r>
                        </m:e>
                      </m:mr>
                      <m:mr>
                        <m:e>
                          <m:r>
                            <m:t>c</m:t>
                          </m:r>
                        </m:e>
                        <m:e>
                          <m:r>
                            <m:t>d</m:t>
                          </m:r>
                        </m:e>
                      </m:mr>
                    </m:m>
                  </m:e>
                </m:d>
              </m:oMath>
            </m:oMathPara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84: OMML — Accent + Bar + SubSup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acc>
                  <m:accPr>
                    <m:chr m:val="̂"/>
                  </m:accPr>
                  <m:e>
                    <m:r>
                      <m:t>x</m:t>
                    </m:r>
                  </m:e>
                </m:acc>
                <m:r>
                  <m:t>=</m:t>
                </m:r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  <m:r>
                  <m:t>+</m:t>
                </m:r>
                <m:sSubSup>
                  <m:e>
                    <m:r>
                      <m:t>z</m:t>
                    </m:r>
                  </m:e>
                  <m:sub>
                    <m:r>
                      <m:t>i</m:t>
                    </m:r>
                  </m:sub>
                  <m:sup>
                    <m:r>
                      <m:t>n</m:t>
                    </m:r>
                  </m:sup>
                </m:sSubSup>
              </m:oMath>
            </m:oMathPara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85: Blur Effect (a:blur)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401" name="BlurShape"/>
          <p:cNvSpPr/>
          <p:nvPr/>
        </p:nvSpPr>
        <p:spPr>
          <a:xfrm>
            <a:off x="1828800" y="1828800"/>
            <a:ext cx="5486400" cy="2743200"/>
          </a:xfrm>
          <a:prstGeom prst="roundRect">
            <a:avLst/>
          </a:prstGeom>
          <a:solidFill>
            <a:srgbClr val="4472C4"/>
          </a:solidFill>
          <a:effectLst>
            <a:blur rad="76200"/>
          </a:effectLst>
        </p:spPr>
        <p:txBody>
          <a:bodyPr anchor="ctr"/>
          <a:lstStyle/>
          <a:p>
            <a:pPr algn="ctr"/>
            <a:r>
              <a:rPr lang="en-US" sz="2400" b="1"/>
              <a:t>Blur Effect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