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 id="355" r:id="rId108"/>
    <p:sldId id="356" r:id="rId109"/>
    <p:sldId id="357" r:id="rId1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00" name="P_rect"/>
          <p:cNvSpPr/>
          <p:nvPr/>
        </p:nvSpPr>
        <p:spPr>
          <a:xfrm>
            <a:off x="228600" y="228600"/>
            <a:ext cx="1188720" cy="868680"/>
          </a:xfrm>
          <a:prstGeom prst="rect">
            <a:avLst/>
          </a:prstGeom>
          <a:solidFill>
            <a:srgbClr val="5B9BD5"/>
          </a:solidFill>
        </p:spPr>
      </p:sp>
      <p:sp>
        <p:nvSpPr>
          <p:cNvPr id="10001" name="P_donut"/>
          <p:cNvSpPr/>
          <p:nvPr/>
        </p:nvSpPr>
        <p:spPr>
          <a:xfrm>
            <a:off x="1676400" y="228600"/>
            <a:ext cx="1188720" cy="868680"/>
          </a:xfrm>
          <a:prstGeom prst="donut">
            <a:avLst/>
          </a:prstGeom>
          <a:solidFill>
            <a:srgbClr val="5B9BD5"/>
          </a:solidFill>
        </p:spPr>
      </p:sp>
      <p:sp>
        <p:nvSpPr>
          <p:cNvPr id="10002" name="P_cloudCallout"/>
          <p:cNvSpPr/>
          <p:nvPr/>
        </p:nvSpPr>
        <p:spPr>
          <a:xfrm>
            <a:off x="3124200" y="228600"/>
            <a:ext cx="1188720" cy="868680"/>
          </a:xfrm>
          <a:prstGeom prst="cloudCallout">
            <a:avLst/>
          </a:prstGeom>
          <a:solidFill>
            <a:srgbClr val="5B9BD5"/>
          </a:solidFill>
        </p:spPr>
      </p:sp>
      <p:sp>
        <p:nvSpPr>
          <p:cNvPr id="10003" name="P_star12"/>
          <p:cNvSpPr/>
          <p:nvPr/>
        </p:nvSpPr>
        <p:spPr>
          <a:xfrm>
            <a:off x="4572000" y="228600"/>
            <a:ext cx="1188720" cy="868680"/>
          </a:xfrm>
          <a:prstGeom prst="star12">
            <a:avLst/>
          </a:prstGeom>
          <a:solidFill>
            <a:srgbClr val="5B9BD5"/>
          </a:solidFill>
        </p:spPr>
      </p:sp>
      <p:sp>
        <p:nvSpPr>
          <p:cNvPr id="10004" name="P_circularArrow"/>
          <p:cNvSpPr/>
          <p:nvPr/>
        </p:nvSpPr>
        <p:spPr>
          <a:xfrm>
            <a:off x="6019800" y="228600"/>
            <a:ext cx="1188720" cy="868680"/>
          </a:xfrm>
          <a:prstGeom prst="circularArrow">
            <a:avLst/>
          </a:prstGeom>
          <a:solidFill>
            <a:srgbClr val="5B9BD5"/>
          </a:solidFill>
        </p:spPr>
      </p:sp>
      <p:sp>
        <p:nvSpPr>
          <p:cNvPr id="10005" name="P_uturnArrow"/>
          <p:cNvSpPr/>
          <p:nvPr/>
        </p:nvSpPr>
        <p:spPr>
          <a:xfrm>
            <a:off x="7467600" y="228600"/>
            <a:ext cx="1188720" cy="868680"/>
          </a:xfrm>
          <a:prstGeom prst="uturnArrow">
            <a:avLst/>
          </a:prstGeom>
          <a:solidFill>
            <a:srgbClr val="5B9BD5"/>
          </a:solidFill>
        </p:spPr>
      </p:sp>
      <p:sp>
        <p:nvSpPr>
          <p:cNvPr id="10006" name="P_quadArrow"/>
          <p:cNvSpPr/>
          <p:nvPr/>
        </p:nvSpPr>
        <p:spPr>
          <a:xfrm>
            <a:off x="228600" y="1828800"/>
            <a:ext cx="1188720" cy="868680"/>
          </a:xfrm>
          <a:prstGeom prst="quadArrow">
            <a:avLst/>
          </a:prstGeom>
          <a:solidFill>
            <a:srgbClr val="5B9BD5"/>
          </a:solidFill>
        </p:spPr>
      </p:sp>
      <p:sp>
        <p:nvSpPr>
          <p:cNvPr id="10007" name="P_lightningBolt"/>
          <p:cNvSpPr/>
          <p:nvPr/>
        </p:nvSpPr>
        <p:spPr>
          <a:xfrm>
            <a:off x="1676400" y="1828800"/>
            <a:ext cx="1188720" cy="868680"/>
          </a:xfrm>
          <a:prstGeom prst="lightningBolt">
            <a:avLst/>
          </a:prstGeom>
          <a:solidFill>
            <a:srgbClr val="5B9BD5"/>
          </a:solidFill>
        </p:spPr>
      </p:sp>
      <p:sp>
        <p:nvSpPr>
          <p:cNvPr id="10008" name="P_sun"/>
          <p:cNvSpPr/>
          <p:nvPr/>
        </p:nvSpPr>
        <p:spPr>
          <a:xfrm>
            <a:off x="3124200" y="1828800"/>
            <a:ext cx="1188720" cy="868680"/>
          </a:xfrm>
          <a:prstGeom prst="sun">
            <a:avLst/>
          </a:prstGeom>
          <a:solidFill>
            <a:srgbClr val="5B9BD5"/>
          </a:solidFill>
        </p:spPr>
      </p:sp>
      <p:sp>
        <p:nvSpPr>
          <p:cNvPr id="10009" name="P_moon"/>
          <p:cNvSpPr/>
          <p:nvPr/>
        </p:nvSpPr>
        <p:spPr>
          <a:xfrm>
            <a:off x="4572000" y="1828800"/>
            <a:ext cx="1188720" cy="868680"/>
          </a:xfrm>
          <a:prstGeom prst="moon">
            <a:avLst/>
          </a:prstGeom>
          <a:solidFill>
            <a:srgbClr val="5B9BD5"/>
          </a:solidFill>
        </p:spPr>
      </p:sp>
      <p:sp>
        <p:nvSpPr>
          <p:cNvPr id="10010" name="P_cube"/>
          <p:cNvSpPr/>
          <p:nvPr/>
        </p:nvSpPr>
        <p:spPr>
          <a:xfrm>
            <a:off x="6019800" y="1828800"/>
            <a:ext cx="1188720" cy="868680"/>
          </a:xfrm>
          <a:prstGeom prst="cube">
            <a:avLst/>
          </a:prstGeom>
          <a:solidFill>
            <a:srgbClr val="5B9BD5"/>
          </a:solidFill>
        </p:spPr>
      </p:sp>
      <p:sp>
        <p:nvSpPr>
          <p:cNvPr id="10011" name="P_flowChartDocument"/>
          <p:cNvSpPr/>
          <p:nvPr/>
        </p:nvSpPr>
        <p:spPr>
          <a:xfrm>
            <a:off x="7467600" y="1828800"/>
            <a:ext cx="1188720" cy="868680"/>
          </a:xfrm>
          <a:prstGeom prst="flowChartDocument">
            <a:avLst/>
          </a:prstGeom>
          <a:solidFill>
            <a:srgbClr val="5B9BD5"/>
          </a:solidFill>
        </p:spPr>
      </p:sp>
      <p:sp>
        <p:nvSpPr>
          <p:cNvPr id="10100" name="W_below"/>
          <p:cNvSpPr/>
          <p:nvPr/>
        </p:nvSpPr>
        <p:spPr>
          <a:xfrm>
            <a:off x="457200" y="4114800"/>
            <a:ext cx="1371600" cy="914400"/>
          </a:xfrm>
          <a:prstGeom prst="wedgeRectCallout">
            <a:avLst>
              <a:gd name="adj1" fmla="val 30000"/>
              <a:gd name="adj2" fmla="val 80000"/>
            </a:avLst>
          </a:prstGeom>
          <a:solidFill>
            <a:srgbClr val="5B9BD5"/>
          </a:solidFill>
        </p:spPr>
      </p:sp>
      <p:sp>
        <p:nvSpPr>
          <p:cNvPr id="10101" name="W_above"/>
          <p:cNvSpPr/>
          <p:nvPr/>
        </p:nvSpPr>
        <p:spPr>
          <a:xfrm>
            <a:off x="2590800" y="4114800"/>
            <a:ext cx="1371600" cy="914400"/>
          </a:xfrm>
          <a:prstGeom prst="wedgeRectCallout">
            <a:avLst>
              <a:gd name="adj1" fmla="val 30000"/>
              <a:gd name="adj2" fmla="val -80000"/>
            </a:avLst>
          </a:prstGeom>
          <a:solidFill>
            <a:srgbClr val="5B9BD5"/>
          </a:solidFill>
        </p:spPr>
      </p:sp>
      <p:sp>
        <p:nvSpPr>
          <p:cNvPr id="10102" name="W_left"/>
          <p:cNvSpPr/>
          <p:nvPr/>
        </p:nvSpPr>
        <p:spPr>
          <a:xfrm>
            <a:off x="4724400" y="4114800"/>
            <a:ext cx="1371600" cy="914400"/>
          </a:xfrm>
          <a:prstGeom prst="wedgeRectCallout">
            <a:avLst>
              <a:gd name="adj1" fmla="val -80000"/>
              <a:gd name="adj2" fmla="val 0"/>
            </a:avLst>
          </a:prstGeom>
          <a:solidFill>
            <a:srgbClr val="5B9BD5"/>
          </a:solidFill>
        </p:spPr>
      </p:sp>
      <p:sp>
        <p:nvSpPr>
          <p:cNvPr id="10103" name="W_right"/>
          <p:cNvSpPr/>
          <p:nvPr/>
        </p:nvSpPr>
        <p:spPr>
          <a:xfrm>
            <a:off x="6858000" y="4114800"/>
            <a:ext cx="1371600" cy="914400"/>
          </a:xfrm>
          <a:prstGeom prst="wedgeRectCallout">
            <a:avLst>
              <a:gd name="adj1" fmla="val 80000"/>
              <a:gd name="adj2" fmla="val 10000"/>
            </a:avLst>
          </a:prstGeom>
          <a:solidFill>
            <a:srgbClr val="5B9BD5"/>
          </a:solidFill>
        </p:spPr>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00" name="G_arc"/>
          <p:cNvSpPr/>
          <p:nvPr/>
        </p:nvSpPr>
        <p:spPr>
          <a:xfrm>
            <a:off x="228600" y="1371600"/>
            <a:ext cx="1188720" cy="868680"/>
          </a:xfrm>
          <a:prstGeom prst="arc">
            <a:avLst/>
          </a:prstGeom>
          <a:solidFill>
            <a:srgbClr val="5B9BD5"/>
          </a:solidFill>
          <a:ln w="19050">
            <a:solidFill>
              <a:srgbClr val="FFC000"/>
            </a:solidFill>
          </a:ln>
        </p:spPr>
      </p:sp>
      <p:sp>
        <p:nvSpPr>
          <p:cNvPr id="10201" name="G_cube"/>
          <p:cNvSpPr/>
          <p:nvPr/>
        </p:nvSpPr>
        <p:spPr>
          <a:xfrm>
            <a:off x="1676400" y="1371600"/>
            <a:ext cx="1188720" cy="868680"/>
          </a:xfrm>
          <a:prstGeom prst="cube">
            <a:avLst/>
          </a:prstGeom>
          <a:solidFill>
            <a:srgbClr val="5B9BD5"/>
          </a:solidFill>
          <a:ln w="19050">
            <a:solidFill>
              <a:srgbClr val="FFC000"/>
            </a:solidFill>
          </a:ln>
        </p:spPr>
      </p:sp>
      <p:sp>
        <p:nvSpPr>
          <p:cNvPr id="10202" name="G_chartPlus"/>
          <p:cNvSpPr/>
          <p:nvPr/>
        </p:nvSpPr>
        <p:spPr>
          <a:xfrm>
            <a:off x="3124200" y="1371600"/>
            <a:ext cx="1188720" cy="868680"/>
          </a:xfrm>
          <a:prstGeom prst="chartPlus">
            <a:avLst/>
          </a:prstGeom>
          <a:solidFill>
            <a:srgbClr val="5B9BD5"/>
          </a:solidFill>
          <a:ln w="19050">
            <a:solidFill>
              <a:srgbClr val="FFC000"/>
            </a:solidFill>
          </a:ln>
        </p:spPr>
      </p:sp>
      <p:sp>
        <p:nvSpPr>
          <p:cNvPr id="10203" name="G_bentConnector3"/>
          <p:cNvSpPr/>
          <p:nvPr/>
        </p:nvSpPr>
        <p:spPr>
          <a:xfrm>
            <a:off x="4572000" y="1371600"/>
            <a:ext cx="1188720" cy="868680"/>
          </a:xfrm>
          <a:prstGeom prst="bentConnector3">
            <a:avLst/>
          </a:prstGeom>
          <a:solidFill>
            <a:srgbClr val="5B9BD5"/>
          </a:solidFill>
          <a:ln w="19050">
            <a:solidFill>
              <a:srgbClr val="FFC000"/>
            </a:solidFill>
          </a:ln>
        </p:spPr>
      </p:sp>
      <p:sp>
        <p:nvSpPr>
          <p:cNvPr id="10204" name="G_actionButtonHome"/>
          <p:cNvSpPr/>
          <p:nvPr/>
        </p:nvSpPr>
        <p:spPr>
          <a:xfrm>
            <a:off x="6019800" y="1371600"/>
            <a:ext cx="1188720" cy="868680"/>
          </a:xfrm>
          <a:prstGeom prst="actionButtonHome">
            <a:avLst/>
          </a:prstGeom>
          <a:solidFill>
            <a:srgbClr val="5B9BD5"/>
          </a:solidFill>
          <a:ln w="19050">
            <a:solidFill>
              <a:srgbClr val="FFC000"/>
            </a:solidFill>
          </a:ln>
        </p:spPr>
      </p:sp>
      <p:sp>
        <p:nvSpPr>
          <p:cNvPr id="10205" name="G_star7"/>
          <p:cNvSpPr/>
          <p:nvPr/>
        </p:nvSpPr>
        <p:spPr>
          <a:xfrm>
            <a:off x="7467600" y="1371600"/>
            <a:ext cx="1188720" cy="868680"/>
          </a:xfrm>
          <a:prstGeom prst="star7">
            <a:avLst/>
          </a:prstGeom>
          <a:solidFill>
            <a:srgbClr val="5B9BD5"/>
          </a:solidFill>
          <a:ln w="19050">
            <a:solidFill>
              <a:srgbClr val="FFC000"/>
            </a:solidFill>
          </a:ln>
        </p:spPr>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0" name="CustStyled"/>
          <p:cNvSpPr/>
          <p:nvPr/>
        </p:nvSpPr>
        <p:spPr>
          <a:xfrm>
            <a:off x="2286000" y="1371600"/>
            <a:ext cx="2743200" cy="2743200"/>
          </a:xfrm>
          <a:custGeom>
            <a:avLst/>
            <a:gdLst/>
            <a:rect l="l" t="t" r="r" b="b"/>
            <a:pathLst>
              <a:path w="100" h="100" stroke="0">
                <a:moveTo>
                  <a:pt x="0" y="0"/>
                </a:moveTo>
                <a:lnTo>
                  <a:pt x="100" y="0"/>
                </a:lnTo>
                <a:lnTo>
                  <a:pt x="100" y="100"/>
                </a:lnTo>
                <a:lnTo>
                  <a:pt x="0" y="100"/>
                </a:lnTo>
                <a:close/>
              </a:path>
              <a:path w="50" h="50" fill="none">
                <a:moveTo>
                  <a:pt x="0" y="50"/>
                </a:moveTo>
                <a:lnTo>
                  <a:pt x="50" y="0"/>
                </a:lnTo>
              </a:path>
              <a:path w="100" h="100" fill="darken" stroke="0">
                <a:moveTo>
                  <a:pt x="25" y="25"/>
                </a:moveTo>
                <a:lnTo>
                  <a:pt x="50" y="25"/>
                </a:lnTo>
                <a:lnTo>
                  <a:pt x="50" y="50"/>
                </a:lnTo>
                <a:lnTo>
                  <a:pt x="25" y="50"/>
                </a:lnTo>
                <a:close/>
              </a:path>
            </a:pathLst>
          </a:custGeom>
          <a:solidFill>
            <a:srgbClr val="5B9BD5"/>
          </a:solidFill>
          <a:ln w="28575">
            <a:solidFill>
              <a:srgbClr val="FFC00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