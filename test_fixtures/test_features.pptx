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embeddings/oleObject76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3"/>
    <p:sldId id="331" r:id="rId8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Relationship Id="rId83" Type="http://schemas.openxmlformats.org/officeDocument/2006/relationships/slide" Target="slides/slide75.xml"/><Relationship Id="rId84" Type="http://schemas.openxmlformats.org/officeDocument/2006/relationships/slide" Target="slides/slide7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6.png"/><Relationship Id="rId3" Type="http://schemas.openxmlformats.org/officeDocument/2006/relationships/oleObject" Target="../embeddings/oleObject76.bin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