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5.xml" ContentType="application/vnd.openxmlformats-officedocument.presentationml.comments+xml"/>
  <Override PartName="/ppt/embeddings/oleObject77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wmf" ContentType="image/x-wmf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4"/>
    <p:sldId id="332" r:id="rId85"/>
    <p:sldId id="333" r:id="rId86"/>
    <p:sldId id="334" r:id="rId87"/>
    <p:sldId id="335" r:id="rId88"/>
    <p:sldId id="336" r:id="rId89"/>
    <p:sldId id="337" r:id="rId9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notesMaster" Target="notesMasters/notesMaster1.xml"/><Relationship Id="rId83" Type="http://schemas.openxmlformats.org/officeDocument/2006/relationships/commentAuthors" Target="commentAuthors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5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7.png"/><Relationship Id="rId3" Type="http://schemas.openxmlformats.org/officeDocument/2006/relationships/oleObject" Target="../embeddings/oleObject77.bin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8.png"/><Relationship Id="rId3" Type="http://schemas.openxmlformats.org/officeDocument/2006/relationships/video" Target="../media/video78.mp4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Wmf1" Type="http://schemas.openxmlformats.org/officeDocument/2006/relationships/image" Target="../media/image_wmf1.wm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72b: Additional text warp presets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SlantUp">
              <a:avLst>
                <a:gd name="adj" fmla="val 55556"/>
              </a:avLst>
            </a:prstTxWarp>
            <a:spAutoFit/>
          </a:bodyPr>
          <a:lstStyle/>
          <a:p>
            <a:r>
              <a:rPr sz="3600" b="1"/>
              <a:t>Slant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urveUp">
              <a:avLst>
                <a:gd name="adj" fmla="val 45977"/>
              </a:avLst>
            </a:prstTxWarp>
            <a:spAutoFit/>
          </a:bodyPr>
          <a:lstStyle/>
          <a:p>
            <a:r>
              <a:rPr sz="3600" b="1">
                <a:solidFill>
                  <a:srgbClr val="0070C0"/>
                </a:solidFill>
              </a:rPr>
              <a:t>Curve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  <a:spAutoFit/>
          </a:bodyPr>
          <a:lstStyle/>
          <a:p>
            <a:r>
              <a:rPr sz="3600" b="1">
                <a:solidFill>
                  <a:srgbClr val="C00000"/>
                </a:solidFill>
              </a:rPr>
              <a:t>Inflate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hevron">
              <a:avLst>
                <a:gd name="adj" fmla="val 25000"/>
              </a:avLst>
            </a:prstTxWarp>
            <a:spAutoFit/>
          </a:bodyPr>
          <a:lstStyle/>
          <a:p>
            <a:r>
              <a:rPr sz="3600" b="1">
                <a:solidFill>
                  <a:srgbClr val="00B050"/>
                </a:solidFill>
              </a:rPr>
              <a:t>Chevron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3657600" cy="2286000"/>
          </a:xfrm>
          <a:prstGeom prst="rect">
            <a:avLst/>
          </a:prstGeom>
          <a:noFill/>
        </p:spPr>
        <p:txBody>
          <a:bodyPr wrap="none">
            <a:prstTxWarp prst="textCircle">
              <a:avLst>
                <a:gd name="adj" fmla="val 10800000"/>
              </a:avLst>
            </a:prstTxWarp>
            <a:spAutoFit/>
          </a:bodyPr>
          <a:lstStyle/>
          <a:p>
            <a:r>
              <a:rPr sz="2800" b="1"/>
              <a:t>Circle Text Example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0" name="WMF Picture"/>
          <p:cNvPicPr>
            <a:picLocks noChangeAspect="1"/>
          </p:cNvPicPr>
          <p:nvPr/>
        </p:nvPicPr>
        <p:blipFill>
          <a:blip r:embed="rWmf1"/>
          <a:stretch>
            <a:fillRect/>
          </a:stretch>
        </p:blipFill>
        <p:spPr>
          <a:xfrm>
            <a:off x="914400" y="22860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