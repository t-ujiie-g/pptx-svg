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4.xml" ContentType="application/vnd.openxmlformats-officedocument.presentationml.comments+xml"/>
  <Override PartName="/ppt/embeddings/oleObject76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3"/>
    <p:sldId id="331" r:id="rId84"/>
    <p:sldId id="332" r:id="rId85"/>
    <p:sldId id="333" r:id="rId86"/>
    <p:sldId id="334" r:id="rId87"/>
    <p:sldId id="335" r:id="rId8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notesMaster" Target="notesMasters/notesMaster1.xml"/><Relationship Id="rId82" Type="http://schemas.openxmlformats.org/officeDocument/2006/relationships/commentAuthors" Target="commentAuthors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4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6.png"/><Relationship Id="rId3" Type="http://schemas.openxmlformats.org/officeDocument/2006/relationships/oleObject" Target="../embeddings/oleObject76.bin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7.png"/><Relationship Id="rId3" Type="http://schemas.openxmlformats.org/officeDocument/2006/relationships/video" Target="../media/video77.mp4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79: Transition + Timing (round-trip)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has a fade transition and timing data for round-trip.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80: Hidden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is marked as hidden (show='0').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