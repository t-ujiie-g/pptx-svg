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sp>
        <p:nvSpPr>
          <p:cNvPr id="302" name="TextBox 301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Top: straight connector (red, triangle arrow). Bottom: diagonal connector (blue dashed, diamond+stealth).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