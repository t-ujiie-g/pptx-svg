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>
        <a:defRPr sz="4400">
          <a:solidFill>
            <a:srgbClr val="FFFFFF"/>
          </a:solidFill>
        </a:defRPr>
      </a:lvl1pPr>
    </p:titleStyle>
    <p:bodyStyle>
      <a:lvl1pPr algn="l" marL="342900">
        <a:buChar char="•"/>
        <a:defRPr sz="2400">
          <a:solidFill>
            <a:srgbClr val="FFFFFF"/>
          </a:solidFill>
        </a:defRPr>
      </a:lvl1pPr>
      <a:lvl2pPr algn="l" marL="685800">
        <a:buChar char="–"/>
        <a:defRPr sz="2000">
          <a:solidFill>
            <a:srgbClr val="CCCCCC"/>
          </a:solidFill>
        </a:defRPr>
      </a:lvl2pPr>
    </p:bodyStyle>
    <p:otherStyle>
      <a:lvl1pPr>
        <a:defRPr sz="1800">
          <a:solidFill>
            <a:srgbClr val="999999"/>
          </a:solidFill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1: Vertical Alignment (top / center / bottom)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2560320" cy="2286000"/>
          </a:xfrm>
          <a:prstGeom prst="rect">
            <a:avLst/>
          </a:prstGeom>
          <a:solidFill>
            <a:srgbClr val="DCE6F0"/>
          </a:solidFill>
        </p:spPr>
        <p:txBody>
          <a:bodyPr wrap="square" anchor="t">
            <a:spAutoFit/>
          </a:bodyPr>
          <a:lstStyle/>
          <a:p>
            <a:pPr algn="l">
              <a:defRPr sz="1400">
                <a:solidFill>
                  <a:srgbClr val="000000"/>
                </a:solidFill>
              </a:defRPr>
            </a:pPr>
            <a:r>
              <a:t>TOP aligned text</a:t>
            </a:r>
          </a:p>
          <a:p>
            <a:r>
              <a:t>(anchor=t)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1097280"/>
            <a:ext cx="2560320" cy="2286000"/>
          </a:xfrm>
          <a:prstGeom prst="rect">
            <a:avLst/>
          </a:prstGeom>
          <a:solidFill>
            <a:srgbClr val="C8DCF0"/>
          </a:solidFill>
        </p:spPr>
        <p:txBody>
          <a:bodyPr wrap="square" anchor="ctr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CENTER aligned text</a:t>
            </a:r>
          </a:p>
          <a:p>
            <a:r>
              <a:t>(anchor=ctr)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1097280"/>
            <a:ext cx="2560320" cy="2286000"/>
          </a:xfrm>
          <a:prstGeom prst="rect">
            <a:avLst/>
          </a:prstGeom>
          <a:solidFill>
            <a:srgbClr val="B4D2F0"/>
          </a:solidFill>
        </p:spPr>
        <p:txBody>
          <a:bodyPr wrap="square" anchor="b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BOTTOM aligned text</a:t>
            </a:r>
          </a:p>
          <a:p>
            <a:r>
              <a:t>(anchor=b)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0E6C8"/>
          </a:solidFill>
        </p:spPr>
        <p:txBody>
          <a:bodyPr wrap="none" lIns="457200" tIns="457200" rIns="457200" bIns="457200">
            <a:spAutoFit/>
          </a:bodyPr>
          <a:lstStyle/>
          <a:p>
            <a:pPr>
              <a:defRPr sz="1200"/>
            </a:pPr>
            <a:r>
              <a:t>Large insets (lIns=36pt, tIns=36pt)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2: Paragraph Spacing &amp; Indent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solidFill>
            <a:srgbClr val="F5F5FA"/>
          </a:solidFill>
        </p:spPr>
        <p:txBody>
          <a:bodyPr wrap="square">
            <a:spAutoFit/>
          </a:bodyPr>
          <a:lstStyle/>
          <a:p>
            <a:pPr>
              <a:defRPr sz="1400"/>
            </a:pPr>
            <a:r>
              <a:t>Paragraph 1: No special spacing or indent.</a:t>
            </a:r>
          </a:p>
          <a:p>
            <a:pPr>
              <a:defRPr sz="1400"/>
              <a:spcBef>
                <a:spcPts val="2400"/>
              </a:spcBef>
            </a:pPr>
            <a:r>
              <a:t>Paragraph 2: spcBef=24pt (gap above this line)</a:t>
            </a:r>
          </a:p>
          <a:p>
            <a:pPr marL="914400">
              <a:defRPr sz="1400"/>
            </a:pPr>
            <a:r>
              <a:t>Paragraph 3: marL=1in (indented from left)</a:t>
            </a:r>
          </a:p>
          <a:p>
            <a:pPr>
              <a:defRPr sz="1400"/>
              <a:spcAft>
                <a:spcPts val="1800"/>
              </a:spcAft>
            </a:pPr>
            <a:r>
              <a:t>Paragraph 4: spcAft=18pt (gap below this line)</a:t>
            </a:r>
          </a:p>
          <a:p>
            <a:pPr>
              <a:defRPr sz="1400"/>
            </a:pPr>
            <a:r>
              <a:t>Paragraph 5: After the 18pt gap. Should be visibly separated from P4.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3: Bullets &amp; Auto-Numbering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Char char="•"/>
            </a:pPr>
            <a:r>
              <a:t>First bullet item</a:t>
            </a:r>
          </a:p>
          <a:p>
            <a:pPr marL="457200" indent="-228600">
              <a:defRPr sz="1400"/>
              <a:buChar char="•"/>
            </a:pPr>
            <a:r>
              <a:t>Second bullet item</a:t>
            </a:r>
          </a:p>
          <a:p>
            <a:pPr marL="457200" indent="-228600">
              <a:defRPr sz="1400"/>
              <a:buChar char="–"/>
            </a:pPr>
            <a:r>
              <a:t>Third with dash</a:t>
            </a:r>
          </a:p>
          <a:p>
            <a:pPr marL="457200" indent="-228600">
              <a:defRPr sz="1400"/>
              <a:buChar char="▶"/>
            </a:pPr>
            <a:r>
              <a:t>Fourth with arrow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E6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rabicPeriod"/>
            </a:pPr>
            <a:r>
              <a:t>Arabic period</a:t>
            </a:r>
          </a:p>
          <a:p>
            <a:pPr marL="457200" indent="-228600">
              <a:defRPr sz="1400"/>
              <a:buAutoNum type="arabicPeriod"/>
            </a:pPr>
            <a:r>
              <a:t>Second item</a:t>
            </a:r>
          </a:p>
          <a:p>
            <a:pPr marL="457200" indent="-228600">
              <a:defRPr sz="1400"/>
              <a:buAutoNum type="arabicPeriod"/>
            </a:pPr>
            <a:r>
              <a:t>Third item</a:t>
            </a:r>
          </a:p>
          <a:p>
            <a:pPr marL="457200" indent="-228600">
              <a:defRPr sz="1400"/>
              <a:buAutoNum type="arabicPeriod"/>
            </a:pPr>
            <a:r>
              <a:t>Fourth item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5F0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romanUcPeriod"/>
            </a:pPr>
            <a:r>
              <a:t>Roman upper item</a:t>
            </a:r>
          </a:p>
          <a:p>
            <a:pPr marL="457200" indent="-228600">
              <a:defRPr sz="1400"/>
              <a:buAutoNum type="romanUcPeriod"/>
            </a:pPr>
            <a:r>
              <a:t>Another item</a:t>
            </a:r>
          </a:p>
          <a:p>
            <a:pPr marL="457200" indent="-228600">
              <a:defRPr sz="1400"/>
              <a:buAutoNum type="romanUcPeriod"/>
            </a:pPr>
            <a:r>
              <a:t>Third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0F5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lphaLcParenR"/>
            </a:pPr>
            <a:r>
              <a:t>Alpha lower a</a:t>
            </a:r>
          </a:p>
          <a:p>
            <a:pPr marL="457200" indent="-228600">
              <a:defRPr sz="1400"/>
              <a:buAutoNum type="alphaLcParenR"/>
            </a:pPr>
            <a:r>
              <a:t>Alpha lower b</a:t>
            </a:r>
          </a:p>
          <a:p>
            <a:pPr marL="457200" indent="-228600">
              <a:defRPr sz="1400"/>
              <a:buAutoNum type="alphaLcParenR"/>
            </a:pPr>
            <a:r>
              <a:t>Alpha lower 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4: Run Decorations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u="sng"/>
              <a:t>This text has single underline</a:t>
            </a:r>
          </a:p>
          <a:p>
            <a:r>
              <a:rPr sz="1800" strike="sngStrike"/>
              <a:t>This text has strikethrough</a:t>
            </a:r>
          </a:p>
          <a:p>
            <a:r>
              <a:rPr sz="1800" u="sng" strike="sngStrike"/>
              <a:t>Both underline AND strikethrough</a:t>
            </a:r>
          </a:p>
          <a:p>
            <a:r>
              <a:rPr sz="1800"/>
              <a:t>E = mc</a:t>
            </a:r>
            <a:r>
              <a:rPr sz="1800" baseline="30000"/>
              <a:t>2</a:t>
            </a:r>
          </a:p>
          <a:p>
            <a:r>
              <a:rPr sz="1800"/>
              <a:t>H</a:t>
            </a:r>
            <a:r>
              <a:rPr sz="1800" baseline="-25000"/>
              <a:t>2</a:t>
            </a:r>
            <a:r>
              <a:rPr sz="1800"/>
              <a:t>O (water)</a:t>
            </a:r>
          </a:p>
          <a:p>
            <a:r>
              <a:rPr b="1" sz="1800"/>
              <a:t>Bold </a:t>
            </a:r>
            <a:r>
              <a:rPr i="1" sz="1800"/>
              <a:t>Italic </a:t>
            </a:r>
            <a:r>
              <a:rPr b="1" i="1" u="sng" sz="1800"/>
              <a:t>BoldItalicUnderline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Slide 5: Combined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4572000"/>
          </a:xfrm>
          <a:prstGeom prst="rect">
            <a:avLst/>
          </a:prstGeom>
          <a:solidFill>
            <a:srgbClr val="F0F0FA"/>
          </a:solidFill>
        </p:spPr>
        <p:txBody>
          <a:bodyPr wrap="square" anchor="ctr" lIns="228600" tIns="228600">
            <a:spAutoFit/>
          </a:bodyPr>
          <a:lstStyle/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Center-anchored box with bullets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Second item with spacing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Third item with underline run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Slide 6: Inherits master navy bg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C8DCFF"/>
                </a:solidFill>
              </a:defRPr>
            </a:pPr>
            <a:r>
              <a:t>Navy bg (#1B3A6B) = inheritance OK</a:t>
            </a:r>
          </a:p>
          <a:p>
            <a:pPr>
              <a:defRPr sz="1800">
                <a:solidFill>
                  <a:srgbClr val="FF9696"/>
                </a:solidFill>
              </a:defRPr>
            </a:pPr>
            <a:r>
              <a:t>White bg = inheritance FAILED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7: Placeholder Title (inherits 44pt ctr white)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Level 0: Should inherit 24pt white from master bodyStyle</a:t>
            </a:r>
          </a:p>
          <a:p>
            <a:pPr lvl="1"/>
            <a:r>
              <a:t>Level 1: Should inherit 20pt lightgray from master bodyStyle lvl2</a:t>
            </a:r>
          </a:p>
          <a:p>
            <a:r>
              <a:t>Level 0 again: back to 24pt white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B4C8FF"/>
                </a:solidFill>
              </a:defRPr>
            </a:pPr>
            <a:r>
              <a:t>^ Title should be 44pt centered white. Body bullets should be 24pt/20pt white/gray.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8B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Slide 8: Explicit green bg (#228B22) — overrides master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DCFFDC"/>
                </a:solidFill>
              </a:defRPr>
            </a:pPr>
            <a:r>
              <a:t>This slide has an explicit green background. It should NOT show the master's navy.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If you see green, explicit bg override is working correctly.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