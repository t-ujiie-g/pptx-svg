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embeddings/oleObject76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3"/>
    <p:sldId id="331" r:id="rId84"/>
    <p:sldId id="332" r:id="rId85"/>
    <p:sldId id="333" r:id="rId8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6.png"/><Relationship Id="rId3" Type="http://schemas.openxmlformats.org/officeDocument/2006/relationships/oleObject" Target="../embeddings/oleObject76.bin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7.png"/><Relationship Id="rId3" Type="http://schemas.openxmlformats.org/officeDocument/2006/relationships/video" Target="../media/video77.mp4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